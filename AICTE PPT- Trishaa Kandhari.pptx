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9"/>
  </p:notesMasterIdLst>
  <p:sldIdLst>
    <p:sldId id="256" r:id="rId5"/>
    <p:sldId id="2146847054" r:id="rId6"/>
    <p:sldId id="262" r:id="rId7"/>
    <p:sldId id="263" r:id="rId8"/>
    <p:sldId id="265" r:id="rId9"/>
    <p:sldId id="2146847057" r:id="rId10"/>
    <p:sldId id="2146847060" r:id="rId11"/>
    <p:sldId id="2146847063" r:id="rId12"/>
    <p:sldId id="2146847065" r:id="rId13"/>
    <p:sldId id="2146847064" r:id="rId14"/>
    <p:sldId id="2146847062" r:id="rId15"/>
    <p:sldId id="2146847061" r:id="rId16"/>
    <p:sldId id="2146847055" r:id="rId17"/>
    <p:sldId id="25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E254F1-4415-47BF-9E91-C5D4B9A33350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639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2/12/2025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2/12/2025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2/12/2025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2/12/2025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rishaaKandhari/Trishaa-Kandhari--AICTE-EDUNET-PROJECT.git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DATA HIDING IN IMAGES USING STEGANOGRAPHY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27361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Trishaa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Kandhari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Student Name :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Trishaa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Kandhari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College Name &amp; Department : VIT-AP University , </a:t>
            </a: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B.Tech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-CSE </a:t>
            </a:r>
          </a:p>
          <a:p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Technology used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Wow factor </a:t>
            </a:r>
            <a:endParaRPr lang="en-US" sz="2000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End users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Conclusion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Git-hub Link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Future scope</a:t>
            </a:r>
          </a:p>
          <a:p>
            <a:pPr marL="0" indent="0">
              <a:buNone/>
            </a:pPr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sz="2000" b="1" dirty="0">
              <a:latin typeface="Arial"/>
              <a:ea typeface="+mn-lt"/>
              <a:cs typeface="+mn-lt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With the rapid digitalization of communication, ensuring data security and confidentiality has become a critical challenge. Traditional encryption methods are vulnerable to detection, making them a target for cyber threats. This project aims to develop a </a:t>
            </a:r>
            <a:r>
              <a:rPr lang="en-US" sz="2400" b="1" dirty="0"/>
              <a:t>secure and imperceptible data-hiding mechanism using steganography</a:t>
            </a:r>
            <a:r>
              <a:rPr lang="en-US" sz="2400" dirty="0"/>
              <a:t> to protect sensitive information within images, ensuring </a:t>
            </a:r>
            <a:r>
              <a:rPr lang="en-US" sz="2400" b="1" dirty="0"/>
              <a:t>confidentiality, integrity, and undetectability</a:t>
            </a:r>
            <a:r>
              <a:rPr lang="en-US" sz="2400" dirty="0"/>
              <a:t> from unauthorized access.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  used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IN" dirty="0"/>
              <a:t>Programming Language: Python</a:t>
            </a:r>
          </a:p>
          <a:p>
            <a:r>
              <a:rPr lang="en-IN" dirty="0"/>
              <a:t>Libraries: OpenCV, NumPy, Pillow (PIL)</a:t>
            </a:r>
          </a:p>
          <a:p>
            <a:r>
              <a:rPr lang="en-IN" dirty="0"/>
              <a:t>Steganographic Algorithm: Least Significant Bit (LSB) encoding, DCT-based steganography</a:t>
            </a:r>
          </a:p>
        </p:txBody>
      </p:sp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71730"/>
            <a:ext cx="11029616" cy="53029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Wow factors</a:t>
            </a:r>
            <a:endParaRPr lang="en-US" sz="32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1" dirty="0">
                <a:solidFill>
                  <a:srgbClr val="0F0F0F"/>
                </a:solidFill>
              </a:rPr>
              <a:t>Dual-layer security: </a:t>
            </a:r>
            <a:r>
              <a:rPr lang="en-US" sz="1800" dirty="0">
                <a:solidFill>
                  <a:srgbClr val="0F0F0F"/>
                </a:solidFill>
              </a:rPr>
              <a:t>Encryption and Steganography for enhanced security</a:t>
            </a:r>
          </a:p>
          <a:p>
            <a:r>
              <a:rPr lang="en-US" sz="1800" b="1" dirty="0">
                <a:solidFill>
                  <a:srgbClr val="0F0F0F"/>
                </a:solidFill>
              </a:rPr>
              <a:t>AI-powered detection avoidance: </a:t>
            </a:r>
            <a:r>
              <a:rPr lang="en-US" sz="1800" dirty="0">
                <a:solidFill>
                  <a:srgbClr val="0F0F0F"/>
                </a:solidFill>
              </a:rPr>
              <a:t>Use of deep learning models to ensure hidden data remains undetectable</a:t>
            </a:r>
          </a:p>
          <a:p>
            <a:r>
              <a:rPr lang="en-US" sz="1800" b="1" dirty="0">
                <a:solidFill>
                  <a:srgbClr val="0F0F0F"/>
                </a:solidFill>
              </a:rPr>
              <a:t>Multi-format support: </a:t>
            </a:r>
            <a:r>
              <a:rPr lang="en-US" sz="1800" dirty="0">
                <a:solidFill>
                  <a:srgbClr val="0F0F0F"/>
                </a:solidFill>
              </a:rPr>
              <a:t>Works with PNG, JPEG, and BMP without compromising image quality</a:t>
            </a:r>
          </a:p>
          <a:p>
            <a:r>
              <a:rPr lang="en-US" sz="1800" b="1" dirty="0">
                <a:solidFill>
                  <a:srgbClr val="0F0F0F"/>
                </a:solidFill>
              </a:rPr>
              <a:t>End-to-end secure system: </a:t>
            </a:r>
            <a:r>
              <a:rPr lang="en-US" sz="1800" dirty="0">
                <a:solidFill>
                  <a:srgbClr val="0F0F0F"/>
                </a:solidFill>
              </a:rPr>
              <a:t>Can be integrated into a messaging app or secure file transfer system</a:t>
            </a:r>
          </a:p>
          <a:p>
            <a:r>
              <a:rPr lang="en-US" sz="1800" b="1" dirty="0">
                <a:solidFill>
                  <a:srgbClr val="0F0F0F"/>
                </a:solidFill>
              </a:rPr>
              <a:t>Tamper Detection: </a:t>
            </a:r>
            <a:r>
              <a:rPr lang="en-US" sz="1800" dirty="0">
                <a:solidFill>
                  <a:srgbClr val="0F0F0F"/>
                </a:solidFill>
              </a:rPr>
              <a:t>An integrity verification system to check if data has been altered</a:t>
            </a:r>
            <a:endParaRPr lang="en-IN" sz="1800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5986D-DBC5-8220-FE6F-7F2ABC7C4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End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679E23-F86A-AFA9-FE9C-7F5A518E8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Government &amp; Defense: Secure communication for intelligence agencies</a:t>
            </a:r>
          </a:p>
          <a:p>
            <a:r>
              <a:rPr lang="en-US" dirty="0"/>
              <a:t>Corporate Sector: Secure transmission of sensitive business documents</a:t>
            </a:r>
          </a:p>
          <a:p>
            <a:r>
              <a:rPr lang="en-US" dirty="0"/>
              <a:t>Journalists &amp; Activists: Protect confidential sources and reports</a:t>
            </a:r>
          </a:p>
          <a:p>
            <a:r>
              <a:rPr lang="en-US" dirty="0"/>
              <a:t>Individuals: Personal data protection and secure file sharing</a:t>
            </a:r>
          </a:p>
          <a:p>
            <a:r>
              <a:rPr lang="en-US" dirty="0"/>
              <a:t>Medical Industry: Secure patient data transmission through medical images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043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8070C-FF0D-BBE3-3D8A-C3794CCCE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D7125-AC62-752D-6E68-9EB88BCC6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fully functional steganography tool capable of embedding and extracting data from images without visible distortion.</a:t>
            </a:r>
          </a:p>
          <a:p>
            <a:r>
              <a:rPr lang="en-US" dirty="0"/>
              <a:t>The data remains undetectable by human eyes and most forensic analysis </a:t>
            </a:r>
            <a:r>
              <a:rPr lang="en-US" dirty="0" err="1"/>
              <a:t>tools.Minimal</a:t>
            </a:r>
            <a:r>
              <a:rPr lang="en-US" dirty="0"/>
              <a:t> file size alteration ensuring practical real-world usability.</a:t>
            </a:r>
          </a:p>
          <a:p>
            <a:r>
              <a:rPr lang="en-US" dirty="0"/>
              <a:t>AES Encryption : Added security by encrypting the data before embedding it into images.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3715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A59E-CAEE-9982-8123-8C5B3DCC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AB9FE-1468-01C5-2241-DA79CB7B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5D9529-0FD6-992D-E628-0C07CE105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550" b="54053"/>
          <a:stretch/>
        </p:blipFill>
        <p:spPr>
          <a:xfrm>
            <a:off x="672774" y="1776170"/>
            <a:ext cx="6283326" cy="40150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725180-7738-FD59-A123-9B94EA11DBA3}"/>
              </a:ext>
            </a:extLst>
          </p:cNvPr>
          <p:cNvSpPr txBox="1"/>
          <p:nvPr/>
        </p:nvSpPr>
        <p:spPr>
          <a:xfrm>
            <a:off x="581192" y="1246255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 CODE: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CC62D2C-FA5F-6BDD-4C79-0C353BF54C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6735" r="42754"/>
          <a:stretch/>
        </p:blipFill>
        <p:spPr>
          <a:xfrm>
            <a:off x="7070896" y="1776170"/>
            <a:ext cx="4448330" cy="445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62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70809-DA7B-2F7F-64AF-DDA5756F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3F30-655C-1982-8FE8-DEEF09D62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C1E7FC-3305-6B74-3D0B-6CF2AD05C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92" y="1831118"/>
            <a:ext cx="9745435" cy="25149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08CB8F-C648-BBA4-925D-AD597426D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951833"/>
            <a:ext cx="11100619" cy="7899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CA75FD-815C-E0F8-7965-150CFA788CBE}"/>
              </a:ext>
            </a:extLst>
          </p:cNvPr>
          <p:cNvSpPr txBox="1"/>
          <p:nvPr/>
        </p:nvSpPr>
        <p:spPr>
          <a:xfrm>
            <a:off x="581192" y="1417117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SUCCESSFUL AUTHENTICATION CODE OUTPUT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38194F-0BAB-BC42-E53A-CD75E2129938}"/>
              </a:ext>
            </a:extLst>
          </p:cNvPr>
          <p:cNvSpPr txBox="1"/>
          <p:nvPr/>
        </p:nvSpPr>
        <p:spPr>
          <a:xfrm>
            <a:off x="581192" y="468716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AUTHENTICATION ERROR OUTPUT :</a:t>
            </a:r>
          </a:p>
        </p:txBody>
      </p:sp>
    </p:spTree>
    <p:extLst>
      <p:ext uri="{BB962C8B-B14F-4D97-AF65-F5344CB8AC3E}">
        <p14:creationId xmlns:p14="http://schemas.microsoft.com/office/powerpoint/2010/main" val="124594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6ABC8-6D8B-5CE7-150E-0752FA51B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FCD59-2C90-B2D1-B5DC-518F86368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903DE3-9CB8-6834-E005-E1149FFA62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9675" y="1764888"/>
            <a:ext cx="3623756" cy="4838134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399D2A-E2F3-2A53-ECEB-42C739898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249" y="1765952"/>
            <a:ext cx="3739446" cy="48370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2DB3D1-BD67-C46B-038F-58A963F77E2A}"/>
              </a:ext>
            </a:extLst>
          </p:cNvPr>
          <p:cNvSpPr txBox="1"/>
          <p:nvPr/>
        </p:nvSpPr>
        <p:spPr>
          <a:xfrm>
            <a:off x="1287249" y="1410024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INPUT IMAGE: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FB98B1-EA0F-542C-BE97-F543707D4A47}"/>
              </a:ext>
            </a:extLst>
          </p:cNvPr>
          <p:cNvSpPr txBox="1"/>
          <p:nvPr/>
        </p:nvSpPr>
        <p:spPr>
          <a:xfrm>
            <a:off x="6659675" y="1395556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ENCRYPTED IMAGE(OUTPUT):</a:t>
            </a:r>
          </a:p>
        </p:txBody>
      </p:sp>
    </p:spTree>
    <p:extLst>
      <p:ext uri="{BB962C8B-B14F-4D97-AF65-F5344CB8AC3E}">
        <p14:creationId xmlns:p14="http://schemas.microsoft.com/office/powerpoint/2010/main" val="877014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C6B3D-1072-C2D2-EBFE-E33CABE3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74547-DF1B-77BB-E545-9344EDB9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successfully implements </a:t>
            </a:r>
            <a:r>
              <a:rPr lang="en-US" b="1" dirty="0"/>
              <a:t>secure data hiding using image steganography</a:t>
            </a:r>
            <a:r>
              <a:rPr lang="en-US" dirty="0"/>
              <a:t>, offering a </a:t>
            </a:r>
            <a:r>
              <a:rPr lang="en-US" b="1" dirty="0"/>
              <a:t>robust and untraceable way</a:t>
            </a:r>
            <a:r>
              <a:rPr lang="en-US" dirty="0"/>
              <a:t> of transmitting sensitive information. It enhances privacy by making hidden data invisible to unauthorized parties, even under forensic scrutiny. By leveraging AI, encryption, and efficient image processing techniques, this project provides a </a:t>
            </a:r>
            <a:r>
              <a:rPr lang="en-US" b="1" dirty="0"/>
              <a:t>next-generation security solution</a:t>
            </a:r>
            <a:r>
              <a:rPr lang="en-US" dirty="0"/>
              <a:t> for confidential communication.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3882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F08C-D61F-627D-C4E5-397E3E84F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</a:rPr>
              <a:t>GitHub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299DD-46FA-7866-41D8-C1BFCC2F6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>
                <a:hlinkClick r:id="rId2"/>
              </a:rPr>
              <a:t>https://github.com/TrishaaKandhari/Trishaa-Kandhari--AICTE-EDUNET-PROJECT.git</a:t>
            </a:r>
            <a:endParaRPr lang="en-IN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0664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b="1" dirty="0"/>
              <a:t>AI-enhanced steganalysis resistance:</a:t>
            </a:r>
            <a:r>
              <a:rPr lang="en-IN" dirty="0"/>
              <a:t> Use of generative adversarial networks (GANs) to strengthen security.</a:t>
            </a:r>
          </a:p>
          <a:p>
            <a:pPr marL="305435" indent="-305435"/>
            <a:r>
              <a:rPr lang="en-IN" b="1" dirty="0"/>
              <a:t>Cross-platform Mobile App:</a:t>
            </a:r>
            <a:r>
              <a:rPr lang="en-IN" dirty="0"/>
              <a:t> Implement the system as a secure Android/iOS app.</a:t>
            </a:r>
          </a:p>
          <a:p>
            <a:pPr marL="305435" indent="-305435"/>
            <a:r>
              <a:rPr lang="en-IN" b="1" dirty="0"/>
              <a:t>Blockchain Integration:</a:t>
            </a:r>
            <a:r>
              <a:rPr lang="en-IN" dirty="0"/>
              <a:t> Use decentralized storage for tamper-proof data hiding.</a:t>
            </a:r>
          </a:p>
          <a:p>
            <a:pPr marL="305435" indent="-305435"/>
            <a:r>
              <a:rPr lang="en-IN" b="1" dirty="0"/>
              <a:t>Real-time Communication Integration:</a:t>
            </a:r>
            <a:r>
              <a:rPr lang="en-IN" dirty="0"/>
              <a:t> Implement steganography in video conferencing applications like Zoom or WhatsApp.</a:t>
            </a:r>
          </a:p>
          <a:p>
            <a:pPr marL="305435" indent="-305435"/>
            <a:r>
              <a:rPr lang="en-IN" b="1" dirty="0"/>
              <a:t>Steganography in 3D Models &amp; GIFs:</a:t>
            </a:r>
            <a:r>
              <a:rPr lang="en-IN" dirty="0"/>
              <a:t> Expanding beyond images to 3D and animated media for more secure applications.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0265f8-c5e2-4918-b4a1-b977299ca3e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F0268AC5E70984D8FE60B7154176407" ma:contentTypeVersion="15" ma:contentTypeDescription="Create a new document." ma:contentTypeScope="" ma:versionID="104e359103f0f57b1cf9676756e5b944">
  <xsd:schema xmlns:xsd="http://www.w3.org/2001/XMLSchema" xmlns:xs="http://www.w3.org/2001/XMLSchema" xmlns:p="http://schemas.microsoft.com/office/2006/metadata/properties" xmlns:ns3="b30265f8-c5e2-4918-b4a1-b977299ca3e2" xmlns:ns4="fadb41d3-f9cb-40fb-903c-8cacaba95bb5" targetNamespace="http://schemas.microsoft.com/office/2006/metadata/properties" ma:root="true" ma:fieldsID="5615b8f8aa772998bad551f24a33de0e" ns3:_="" ns4:_="">
    <xsd:import namespace="b30265f8-c5e2-4918-b4a1-b977299ca3e2"/>
    <xsd:import namespace="fadb41d3-f9cb-40fb-903c-8cacaba95bb5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0265f8-c5e2-4918-b4a1-b977299ca3e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db41d3-f9cb-40fb-903c-8cacaba95bb5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D289AE2-D2AE-49D1-AFAC-3A79F6794255}">
  <ds:schemaRefs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fadb41d3-f9cb-40fb-903c-8cacaba95bb5"/>
    <ds:schemaRef ds:uri="http://purl.org/dc/terms/"/>
    <ds:schemaRef ds:uri="b30265f8-c5e2-4918-b4a1-b977299ca3e2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DD71778-17EE-4151-88AE-C8F4E8043BD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0265f8-c5e2-4918-b4a1-b977299ca3e2"/>
    <ds:schemaRef ds:uri="fadb41d3-f9cb-40fb-903c-8cacaba95b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190</TotalTime>
  <Words>499</Words>
  <Application>Microsoft Office PowerPoint</Application>
  <PresentationFormat>Widescreen</PresentationFormat>
  <Paragraphs>58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SECURE DATA HIDING IN IMAGES USING STEGANOGRAPHY</vt:lpstr>
      <vt:lpstr>OUTLINE</vt:lpstr>
      <vt:lpstr>Problem Statement</vt:lpstr>
      <vt:lpstr>Technology  used</vt:lpstr>
      <vt:lpstr>Wow factors</vt:lpstr>
      <vt:lpstr>End users</vt:lpstr>
      <vt:lpstr>Results</vt:lpstr>
      <vt:lpstr>Results</vt:lpstr>
      <vt:lpstr>Results</vt:lpstr>
      <vt:lpstr>Results</vt:lpstr>
      <vt:lpstr>Conclusion</vt:lpstr>
      <vt:lpstr>GitHub Link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TRISHAA KANDHARI</cp:lastModifiedBy>
  <cp:revision>30</cp:revision>
  <dcterms:created xsi:type="dcterms:W3CDTF">2021-05-26T16:50:10Z</dcterms:created>
  <dcterms:modified xsi:type="dcterms:W3CDTF">2025-02-12T16:33:42Z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0x0101007F0268AC5E70984D8FE60B7154176407</vt:lpwstr>
  </property>
</Properties>
</file>